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2"/>
  </p:sldMasterIdLst>
  <p:notesMasterIdLst>
    <p:notesMasterId r:id="rId4"/>
  </p:notesMasterIdLst>
  <p:handoutMasterIdLst>
    <p:handoutMasterId r:id="rId5"/>
  </p:handoutMasterIdLst>
  <p:sldIdLst>
    <p:sldId id="276" r:id="rId3"/>
  </p:sldIdLst>
  <p:sldSz cx="9906000" cy="6858000" type="A4"/>
  <p:notesSz cx="9940925" cy="680878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8">
          <p15:clr>
            <a:srgbClr val="A4A3A4"/>
          </p15:clr>
        </p15:guide>
        <p15:guide id="3" orient="horz" pos="2145">
          <p15:clr>
            <a:srgbClr val="A4A3A4"/>
          </p15:clr>
        </p15:guide>
        <p15:guide id="4" pos="313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000FF"/>
    <a:srgbClr val="FF6600"/>
    <a:srgbClr val="3ECD3B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3" autoAdjust="0"/>
    <p:restoredTop sz="99652" autoAdjust="0"/>
  </p:normalViewPr>
  <p:slideViewPr>
    <p:cSldViewPr>
      <p:cViewPr varScale="1">
        <p:scale>
          <a:sx n="104" d="100"/>
          <a:sy n="104" d="100"/>
        </p:scale>
        <p:origin x="630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776" y="-77"/>
      </p:cViewPr>
      <p:guideLst>
        <p:guide orient="horz" pos="2141"/>
        <p:guide pos="3128"/>
        <p:guide orient="horz" pos="2145"/>
        <p:guide pos="31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1708" y="1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66919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1708" y="6466919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75898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708" y="1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7375" y="511175"/>
            <a:ext cx="36845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3457" y="3234254"/>
            <a:ext cx="7954012" cy="3064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66919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708" y="6466919"/>
            <a:ext cx="4307628" cy="34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D591916-7CA9-45AA-AAB8-3BA133CF0A1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718426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706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7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FD6B4-19CC-A990-C834-CB50778ED3A6}"/>
              </a:ext>
            </a:extLst>
          </p:cNvPr>
          <p:cNvSpPr/>
          <p:nvPr userDrawn="1"/>
        </p:nvSpPr>
        <p:spPr>
          <a:xfrm>
            <a:off x="0" y="0"/>
            <a:ext cx="6321152" cy="1340768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0" dirty="0">
                <a:ln w="1905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Titre du doc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638F5-2D76-C526-B06E-4C283184DB9E}"/>
              </a:ext>
            </a:extLst>
          </p:cNvPr>
          <p:cNvSpPr/>
          <p:nvPr userDrawn="1"/>
        </p:nvSpPr>
        <p:spPr>
          <a:xfrm>
            <a:off x="6321152" y="3472"/>
            <a:ext cx="3584848" cy="761232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0" dirty="0">
                <a:ln w="1905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Test 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AA5DC-238C-E850-634F-14A52CA5D761}"/>
              </a:ext>
            </a:extLst>
          </p:cNvPr>
          <p:cNvSpPr/>
          <p:nvPr userDrawn="1"/>
        </p:nvSpPr>
        <p:spPr>
          <a:xfrm>
            <a:off x="6321152" y="768168"/>
            <a:ext cx="3584848" cy="572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0" dirty="0">
                <a:ln w="1905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Rédacteur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3116F-D10E-8430-C3DA-D86AC9357F53}"/>
              </a:ext>
            </a:extLst>
          </p:cNvPr>
          <p:cNvSpPr/>
          <p:nvPr userDrawn="1"/>
        </p:nvSpPr>
        <p:spPr>
          <a:xfrm>
            <a:off x="-9880" y="6525344"/>
            <a:ext cx="9915880" cy="332656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r-FR" sz="1200" b="0" dirty="0">
                <a:ln w="1905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Révision 0.1</a:t>
            </a:r>
          </a:p>
        </p:txBody>
      </p:sp>
    </p:spTree>
    <p:extLst>
      <p:ext uri="{BB962C8B-B14F-4D97-AF65-F5344CB8AC3E}">
        <p14:creationId xmlns:p14="http://schemas.microsoft.com/office/powerpoint/2010/main" val="202999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7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054023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rgbClr val="0000FF"/>
          </a:solidFill>
        </a:ln>
      </a:spPr>
      <a:bodyPr rtlCol="0" anchor="ctr"/>
      <a:lstStyle>
        <a:defPPr algn="ctr">
          <a:defRPr sz="2400" dirty="0" smtClean="0"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18fbfd49-c8e6-4618-a77f-5ef25245836c" origin="userSelected">
  <element uid="4ecbf47d-2ec6-497d-85fc-f65b66e62fe7" value=""/>
  <element uid="588104ae-2895-48f0-94e0-4417fcf0f7f0" value=""/>
</sisl>
</file>

<file path=customXml/itemProps1.xml><?xml version="1.0" encoding="utf-8"?>
<ds:datastoreItem xmlns:ds="http://schemas.openxmlformats.org/officeDocument/2006/customXml" ds:itemID="{69C4225A-F88D-41C2-9D7B-12A94F12C642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335d2005-c7d0-4317-bb3f-e0e7aca65f98}" enabled="1" method="Standard" siteId="{624cb905-2091-41e4-90b9-e768cf22851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4022</TotalTime>
  <Words>0</Words>
  <Application>Microsoft Office PowerPoint</Application>
  <PresentationFormat>Format A4 (210 x 297 mm)</PresentationFormat>
  <Paragraphs>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Arial</vt:lpstr>
      <vt:lpstr>Modèle par défaut</vt:lpstr>
      <vt:lpstr>Présentation PowerPoint</vt:lpstr>
    </vt:vector>
  </TitlesOfParts>
  <Company>IVECO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FEREYRE REMI</dc:creator>
  <cp:lastModifiedBy>Franck Ginhoux</cp:lastModifiedBy>
  <cp:revision>1667</cp:revision>
  <cp:lastPrinted>2018-04-23T06:30:17Z</cp:lastPrinted>
  <dcterms:created xsi:type="dcterms:W3CDTF">2010-01-27T08:53:09Z</dcterms:created>
  <dcterms:modified xsi:type="dcterms:W3CDTF">2026-02-09T18:33:17Z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1690e3f5-4171-48ea-8fbe-a02be6b0fab8</vt:lpwstr>
  </property>
  <property fmtid="{D5CDD505-2E9C-101B-9397-08002B2CF9AE}" pid="3" name="bjSaver">
    <vt:lpwstr>TwVX0Aiq8z/Mvf3FSXy+mREhjmjvYZC6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policy="18fbfd49-c8e6-4618-a77f-5ef25245836c" origin="userSelected" xmlns="http://www.boldonj</vt:lpwstr>
  </property>
  <property fmtid="{D5CDD505-2E9C-101B-9397-08002B2CF9AE}" pid="5" name="bjDocumentLabelXML-0">
    <vt:lpwstr>ames.com/2008/01/sie/internal/label"&gt;&lt;element uid="4ecbf47d-2ec6-497d-85fc-f65b66e62fe7" value="" /&gt;&lt;element uid="588104ae-2895-48f0-94e0-4417fcf0f7f0" value="" /&gt;&lt;/sisl&gt;</vt:lpwstr>
  </property>
  <property fmtid="{D5CDD505-2E9C-101B-9397-08002B2CF9AE}" pid="6" name="bjDocumentSecurityLabel">
    <vt:lpwstr>CNH Industrial: GENERAL BUSINESS  Contains no personal data</vt:lpwstr>
  </property>
  <property fmtid="{D5CDD505-2E9C-101B-9397-08002B2CF9AE}" pid="7" name="CNH-Classification">
    <vt:lpwstr>[GENERAL BUSINESS - Contains no personal data]</vt:lpwstr>
  </property>
  <property fmtid="{D5CDD505-2E9C-101B-9397-08002B2CF9AE}" pid="8" name="CNH-LabelledBy:">
    <vt:lpwstr>PAM80,16/02/2021 13:19:11,GENERAL BUSINESS</vt:lpwstr>
  </property>
  <property fmtid="{D5CDD505-2E9C-101B-9397-08002B2CF9AE}" pid="9" name="MSIP_Label_335d2005-c7d0-4317-bb3f-e0e7aca65f98_Enabled">
    <vt:lpwstr>true</vt:lpwstr>
  </property>
  <property fmtid="{D5CDD505-2E9C-101B-9397-08002B2CF9AE}" pid="10" name="MSIP_Label_335d2005-c7d0-4317-bb3f-e0e7aca65f98_SetDate">
    <vt:lpwstr>2023-06-05T08:41:44Z</vt:lpwstr>
  </property>
  <property fmtid="{D5CDD505-2E9C-101B-9397-08002B2CF9AE}" pid="11" name="MSIP_Label_335d2005-c7d0-4317-bb3f-e0e7aca65f98_Method">
    <vt:lpwstr>Standard</vt:lpwstr>
  </property>
  <property fmtid="{D5CDD505-2E9C-101B-9397-08002B2CF9AE}" pid="12" name="MSIP_Label_335d2005-c7d0-4317-bb3f-e0e7aca65f98_Name">
    <vt:lpwstr>IVG - General Business-No Personal Data</vt:lpwstr>
  </property>
  <property fmtid="{D5CDD505-2E9C-101B-9397-08002B2CF9AE}" pid="13" name="MSIP_Label_335d2005-c7d0-4317-bb3f-e0e7aca65f98_SiteId">
    <vt:lpwstr>624cb905-2091-41e4-90b9-e768cf22851a</vt:lpwstr>
  </property>
  <property fmtid="{D5CDD505-2E9C-101B-9397-08002B2CF9AE}" pid="14" name="MSIP_Label_335d2005-c7d0-4317-bb3f-e0e7aca65f98_ActionId">
    <vt:lpwstr>4d17ba58-517f-402d-adf1-5d4164a467c4</vt:lpwstr>
  </property>
  <property fmtid="{D5CDD505-2E9C-101B-9397-08002B2CF9AE}" pid="15" name="MSIP_Label_335d2005-c7d0-4317-bb3f-e0e7aca65f98_ContentBits">
    <vt:lpwstr>0</vt:lpwstr>
  </property>
</Properties>
</file>